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89B3-3B76-9FCB-5114-9FAAC5F9D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C44F1-C9D1-1378-B124-D99213EF5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2A240-FF72-DE5C-C3AF-FA5F2296E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CB32-A3BE-0FD2-F929-AAE1144C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5CE97-80EB-31EF-283D-7A21815C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0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7626-CE02-5887-9EE1-714C00FC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87B4-1A23-B08D-88DD-97E49564E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7DA7-7C18-4C96-14B7-0C2068FA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5E5D4-EE73-9723-020D-81FBE3A64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A386-0EAB-50EB-CDFC-6FD63B1B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50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FEBC-CC9A-3429-E546-B113D2F7D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9DDC8-09F7-77AF-917C-F5F94E7A8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7FF1D-4C7F-C121-D83E-5399DA71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49C3B-E2E7-9F08-466A-23BBD0FF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6E3F8-BA16-19D0-0F1E-87237F65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9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2619-50E1-340E-FF55-873E154C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A16B-0A27-C83F-3725-8BCE73885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9D807-9BE8-70A9-02A5-FC1F36F95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BA478-6F35-228B-383D-DB994D5CC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77948-A666-D9E5-3DC3-625978B3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B59E1-4BF1-152B-643A-7909C9CEF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9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828F-EE4A-43A7-384A-EB6B41D0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936C-B1A0-4409-ED67-51011B334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15CEB-6082-2806-3DE3-B20B34CF5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CCCB8-8DA2-6F89-D8F0-029DEB0A9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86477-9153-AEF5-0753-CAEEBCAB3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DA315-788D-1059-55BD-2753B5C8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1028D-0C14-AB32-338C-735D234DB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29CE16-5C7D-844B-2A2A-E4DA2473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081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6AEC-A5A6-0C13-EA3E-9F202FC7E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08F69A-CC62-4833-F701-0C1885B0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FDA0D-39D0-9ED2-BAAB-5EE75DF3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2D66A-2393-F7EC-752B-95C67E24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6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BFD06-26FE-5944-BD08-D5C3ADEA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E5291-3472-A02F-49A3-F0A326AC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1F22B-9D60-68B2-99E3-C31FB067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114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CB43-E341-0072-E0D4-5A7C6FC1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BB665-AE86-E983-303C-AD96E4A8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D652-4F84-8666-A712-8C1138104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18435-5685-9E3F-4013-F1BA7F0C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59303-D525-AFB9-7EFF-51044691B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5CCA2-D816-5EE2-2E9B-93A1526B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9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00A1F-E7F0-0ED3-997E-52C89635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D2A75-41A4-5538-E503-994BF0222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34EFD-D6D3-653F-2A7A-B5075550C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C778C-F285-E484-A20D-4B3B672F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14324-EEDF-5EFD-9BCE-338575A8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98647-086F-D859-2CC2-8E45081A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29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C1B5-9D0D-46FA-BB25-EDF8A98D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2AB38-39B9-4791-D8DE-9CAAF0DF9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FD8C-30F3-A72E-5B15-DFE91529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403E-ED7A-E1E3-71FE-E411F3AA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5CC01-B3DC-E63A-FE19-D1EEACE3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36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B0347-5EB3-43A8-A428-0B6A86C95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836D9-E652-17CB-F9A6-0F0A2B023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4BF35-3CE3-D9EE-26ED-EE294BBED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DD92-E3E4-A025-2924-BB7D7C5D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8C4F8-961E-8A36-77F0-0C4E5DE6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7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674EBC-89E4-96F3-14DE-525C0D066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04C25-5051-3784-891C-F0CB771D1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E83D3-6317-07B8-664B-87108D2B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13BE2-14CC-3FC7-4093-2009AE9C4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9CE33-4394-C330-AAF0-3D40260B8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89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958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50" y="157641"/>
            <a:ext cx="1309464" cy="9443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C45CDD-7265-4B15-E2B3-EE06BDE80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52" y="866274"/>
            <a:ext cx="11331916" cy="599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7C8B9A-9C37-D07E-B9E0-3BC231D93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88" y="882315"/>
            <a:ext cx="11558338" cy="598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DA512B-100A-EB34-6825-98597A334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21" y="906379"/>
            <a:ext cx="11365832" cy="595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Completed by : Shobhit Singh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55</TotalTime>
  <Words>819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Shobhit Singh</dc:creator>
  <cp:lastModifiedBy>Shobhit Jhakhal</cp:lastModifiedBy>
  <cp:revision>13</cp:revision>
  <dcterms:created xsi:type="dcterms:W3CDTF">2023-10-07T01:44:58Z</dcterms:created>
  <dcterms:modified xsi:type="dcterms:W3CDTF">2026-07-16T11:02:12Z</dcterms:modified>
</cp:coreProperties>
</file>